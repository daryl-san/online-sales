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37" d="100"/>
          <a:sy n="137" d="100"/>
        </p:scale>
        <p:origin x="126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5D601-78D4-4F84-A091-AEC6682EB50E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3C627F-496A-47FF-8426-C9A61A7E0D4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62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169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52327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7067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8698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4346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7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8368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18109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3732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938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701724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539072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243180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872675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88485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615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8E6D86-7509-4F5E-9919-B819E45E6CE5}" type="datetimeFigureOut">
              <a:rPr lang="en-AU" smtClean="0"/>
              <a:t>7/11/2025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16A8C66-A1E6-4F1F-8F65-D1D0BDDC18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67868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7182-A8C9-7F88-2C93-FB60B0F9CB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DS Megastore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9B75F0-3C59-1595-9405-72FD584DA6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Analysis by Daryl Sangalang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142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B3C7-091C-6125-64A4-117A64CFF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6651" y="222971"/>
            <a:ext cx="8911687" cy="1280890"/>
          </a:xfrm>
        </p:spPr>
        <p:txBody>
          <a:bodyPr/>
          <a:lstStyle/>
          <a:p>
            <a:r>
              <a:rPr lang="en-US" dirty="0"/>
              <a:t>Year 2023 – Performance Overview</a:t>
            </a:r>
            <a:endParaRPr lang="en-AU" dirty="0"/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A1BF6622-4989-AFEC-D65C-F51A6F5318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5135" y="863416"/>
            <a:ext cx="8899479" cy="377825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C7C6C4-5945-7DDD-4FE8-AFDFD20B981C}"/>
              </a:ext>
            </a:extLst>
          </p:cNvPr>
          <p:cNvSpPr txBox="1"/>
          <p:nvPr/>
        </p:nvSpPr>
        <p:spPr>
          <a:xfrm>
            <a:off x="1755135" y="4720240"/>
            <a:ext cx="4938831" cy="81724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The Company ended the year with a total revenue of </a:t>
            </a:r>
            <a:r>
              <a:rPr lang="en-US" sz="1400" b="1" dirty="0"/>
              <a:t>$5m </a:t>
            </a:r>
            <a:r>
              <a:rPr lang="en-US" sz="1400" dirty="0"/>
              <a:t>for the year 2023, </a:t>
            </a:r>
            <a:r>
              <a:rPr lang="en-US" sz="1400" b="1" dirty="0"/>
              <a:t>51% </a:t>
            </a:r>
            <a:r>
              <a:rPr lang="en-US" sz="1400" dirty="0"/>
              <a:t>from Retail sales channel and </a:t>
            </a:r>
            <a:r>
              <a:rPr lang="en-US" sz="1400" b="1" dirty="0"/>
              <a:t>49% </a:t>
            </a:r>
            <a:r>
              <a:rPr lang="en-US" sz="1400" dirty="0"/>
              <a:t>from Online Sales channel.</a:t>
            </a:r>
            <a:endParaRPr lang="en-AU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E66319-465A-56AD-7E4A-1888F3829985}"/>
              </a:ext>
            </a:extLst>
          </p:cNvPr>
          <p:cNvSpPr txBox="1"/>
          <p:nvPr/>
        </p:nvSpPr>
        <p:spPr>
          <a:xfrm>
            <a:off x="7308220" y="4720240"/>
            <a:ext cx="3346394" cy="153233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Product Category breakdown of the revenue: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Clothing ($1.31m)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Furniture ($1.26m)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Electronics ($1.23m)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Food ($1.19m)</a:t>
            </a:r>
          </a:p>
        </p:txBody>
      </p:sp>
    </p:spTree>
    <p:extLst>
      <p:ext uri="{BB962C8B-B14F-4D97-AF65-F5344CB8AC3E}">
        <p14:creationId xmlns:p14="http://schemas.microsoft.com/office/powerpoint/2010/main" val="3650826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59724D4-BFC5-AFCC-7575-1A6C22CC7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802" y="692269"/>
            <a:ext cx="8915400" cy="346379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062D65-F46A-DE89-5427-BAB7912D8E64}"/>
              </a:ext>
            </a:extLst>
          </p:cNvPr>
          <p:cNvSpPr txBox="1"/>
          <p:nvPr/>
        </p:nvSpPr>
        <p:spPr>
          <a:xfrm>
            <a:off x="1799802" y="4328599"/>
            <a:ext cx="4691739" cy="200906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The Month of January showing strongest revenue return seeing a revenue of ~476k.</a:t>
            </a:r>
          </a:p>
          <a:p>
            <a:r>
              <a:rPr lang="en-US" sz="1400" dirty="0"/>
              <a:t>Closely followed by November ($467k), October ($460k) and August ($443k)</a:t>
            </a:r>
          </a:p>
          <a:p>
            <a:endParaRPr lang="en-US" sz="1400" dirty="0"/>
          </a:p>
          <a:p>
            <a:r>
              <a:rPr lang="en-US" sz="1400" dirty="0"/>
              <a:t>Across these 4 months is a total revenue of ~$1.85M, 52.2% of which is through our Retail sales channel.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AE6A3B-7071-83A2-9BBE-6D8EE5EB99DE}"/>
              </a:ext>
            </a:extLst>
          </p:cNvPr>
          <p:cNvSpPr txBox="1"/>
          <p:nvPr/>
        </p:nvSpPr>
        <p:spPr>
          <a:xfrm>
            <a:off x="6907338" y="4328599"/>
            <a:ext cx="3807864" cy="153233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Product Category breakdown of the revenue: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Clothing: ~$519k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Food: ~$490k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Furniture: ~$446k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Electronics: ~$409k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C3F28E0-2F7C-2BB9-E7D3-31AC3175B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4725" y="54178"/>
            <a:ext cx="2402550" cy="551826"/>
          </a:xfrm>
        </p:spPr>
        <p:txBody>
          <a:bodyPr>
            <a:normAutofit/>
          </a:bodyPr>
          <a:lstStyle/>
          <a:p>
            <a:r>
              <a:rPr lang="en-US" sz="2500" dirty="0"/>
              <a:t>Top 4 Months</a:t>
            </a:r>
            <a:endParaRPr lang="en-AU" sz="2500" dirty="0"/>
          </a:p>
        </p:txBody>
      </p:sp>
    </p:spTree>
    <p:extLst>
      <p:ext uri="{BB962C8B-B14F-4D97-AF65-F5344CB8AC3E}">
        <p14:creationId xmlns:p14="http://schemas.microsoft.com/office/powerpoint/2010/main" val="4027979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AE135-8126-8AE5-B88A-AD6E0567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9196B7-272E-0DBD-10C4-1A6F942D34FA}"/>
              </a:ext>
            </a:extLst>
          </p:cNvPr>
          <p:cNvSpPr txBox="1"/>
          <p:nvPr/>
        </p:nvSpPr>
        <p:spPr>
          <a:xfrm>
            <a:off x="1799802" y="4328599"/>
            <a:ext cx="4691739" cy="177069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On the other end of the spectrum, the 4 months that has the least amount of revenue amassed ($1.50m), in descending order are:</a:t>
            </a:r>
          </a:p>
          <a:p>
            <a:r>
              <a:rPr lang="en-US" sz="1400" dirty="0"/>
              <a:t>May @ $389k</a:t>
            </a:r>
          </a:p>
          <a:p>
            <a:r>
              <a:rPr lang="en-US" sz="1400" dirty="0"/>
              <a:t>July @ $374k</a:t>
            </a:r>
          </a:p>
          <a:p>
            <a:r>
              <a:rPr lang="en-US" sz="1400" dirty="0"/>
              <a:t>February @ $369k</a:t>
            </a:r>
          </a:p>
          <a:p>
            <a:r>
              <a:rPr lang="en-US" sz="1400" dirty="0"/>
              <a:t>September @ $368k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D992E-B17F-8D49-3661-68AA0472E029}"/>
              </a:ext>
            </a:extLst>
          </p:cNvPr>
          <p:cNvSpPr txBox="1"/>
          <p:nvPr/>
        </p:nvSpPr>
        <p:spPr>
          <a:xfrm>
            <a:off x="6907338" y="4328599"/>
            <a:ext cx="3807864" cy="153233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Product Category breakdown of the revenue: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Furniture: ~$396k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Electronics: ~$379k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Clothing: ~$365k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Food: ~$358k</a:t>
            </a:r>
          </a:p>
        </p:txBody>
      </p:sp>
      <p:pic>
        <p:nvPicPr>
          <p:cNvPr id="10" name="Content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2BE87D2-5764-D015-602D-E1FF5363EA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802" y="694892"/>
            <a:ext cx="8915400" cy="3471928"/>
          </a:xfr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11CFC99-07A2-F39F-73A1-648B6A19E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303" y="62177"/>
            <a:ext cx="2683394" cy="551826"/>
          </a:xfrm>
        </p:spPr>
        <p:txBody>
          <a:bodyPr>
            <a:normAutofit fontScale="90000"/>
          </a:bodyPr>
          <a:lstStyle/>
          <a:p>
            <a:r>
              <a:rPr lang="en-US" sz="2500" dirty="0"/>
              <a:t>Bottom 4 Months</a:t>
            </a:r>
            <a:endParaRPr lang="en-AU" sz="2500" dirty="0"/>
          </a:p>
        </p:txBody>
      </p:sp>
    </p:spTree>
    <p:extLst>
      <p:ext uri="{BB962C8B-B14F-4D97-AF65-F5344CB8AC3E}">
        <p14:creationId xmlns:p14="http://schemas.microsoft.com/office/powerpoint/2010/main" val="2244688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01E8A-9B05-B167-4B6F-F89778EA4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07459C4-CEE7-4851-A792-E39C104BBA7E}"/>
              </a:ext>
            </a:extLst>
          </p:cNvPr>
          <p:cNvSpPr txBox="1"/>
          <p:nvPr/>
        </p:nvSpPr>
        <p:spPr>
          <a:xfrm>
            <a:off x="1638300" y="2053532"/>
            <a:ext cx="8915400" cy="200906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Looking at the 4 best and worst months of revenue, we can see that our most reliable commodities are: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Clothing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Furniture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With the bottom 2 performing stores being </a:t>
            </a:r>
            <a:r>
              <a:rPr lang="en-US" sz="1400" b="1" dirty="0"/>
              <a:t>West</a:t>
            </a:r>
            <a:r>
              <a:rPr lang="en-US" sz="1400" dirty="0"/>
              <a:t> and </a:t>
            </a:r>
            <a:r>
              <a:rPr lang="en-US" sz="1400" b="1" dirty="0"/>
              <a:t>South</a:t>
            </a:r>
            <a:br>
              <a:rPr lang="en-US" sz="1400" dirty="0"/>
            </a:br>
            <a:endParaRPr lang="en-US" sz="1400" dirty="0"/>
          </a:p>
        </p:txBody>
      </p:sp>
      <p:pic>
        <p:nvPicPr>
          <p:cNvPr id="17" name="Picture 16" descr="A pie chart with numbers and a number of different colored circles&#10;&#10;AI-generated content may be incorrect.">
            <a:extLst>
              <a:ext uri="{FF2B5EF4-FFF2-40B4-BE49-F238E27FC236}">
                <a16:creationId xmlns:a16="http://schemas.microsoft.com/office/drawing/2014/main" id="{6FEFD07B-6B4F-F1C4-F275-42670E56FF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929" y="2683383"/>
            <a:ext cx="3223835" cy="1988679"/>
          </a:xfrm>
          <a:prstGeom prst="snip2DiagRect">
            <a:avLst>
              <a:gd name="adj1" fmla="val 0"/>
              <a:gd name="adj2" fmla="val 19124"/>
            </a:avLst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32582523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376</TotalTime>
  <Words>248</Words>
  <Application>Microsoft Office PowerPoint</Application>
  <PresentationFormat>Widescreen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Century Gothic</vt:lpstr>
      <vt:lpstr>Wingdings 3</vt:lpstr>
      <vt:lpstr>Wisp</vt:lpstr>
      <vt:lpstr>DS Megastore</vt:lpstr>
      <vt:lpstr>Year 2023 – Performance Overview</vt:lpstr>
      <vt:lpstr>Top 4 Months</vt:lpstr>
      <vt:lpstr>Bottom 4 Months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daryl sangalang</dc:creator>
  <cp:lastModifiedBy>daryl sangalang</cp:lastModifiedBy>
  <cp:revision>1</cp:revision>
  <dcterms:created xsi:type="dcterms:W3CDTF">2025-11-07T06:36:21Z</dcterms:created>
  <dcterms:modified xsi:type="dcterms:W3CDTF">2025-11-07T12:52:25Z</dcterms:modified>
</cp:coreProperties>
</file>